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Sistema de Evaluación de Desempeño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en 4 fases  ·  Junio – Noviembre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PeopleFirst Consultores  ·  Cliente: Industrias Miraval S.A. de C.V.  ·  Versión 1.3  ·  Mayo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DIAGNÓSTICO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cambiar el sistema actual?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023360" cy="118872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colaboradores desconoce los criterios con los que son evaluados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18872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vez/año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19842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frecuencia actual de feedback formal — insuficiente para desarrollo real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4023360" cy="118872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3355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evaluaciones se completan fuera de plazo o de forma incompleta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4023360" cy="118872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calibración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3355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resultados no se comparan entre áreas, generando inequidades percibidas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interna de clima organizacional Q4 2025 — 312 respuestas (89% participación)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de criterios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95% de los colaboradores conozca y entienda los criterios de evaluación antes de la primera aplicación del nuevo sistema.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continuos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219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de 1 evaluación anual a 2 evaluaciones formales + 4 sesiones de feedback intermedio por año.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entre áreas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278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comité de calibración trimestral para garantizar equidad en resultados entre departamentos.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Vinculación con desarrollo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2336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100% de los planes de desarrollo individual queden vinculados al resultado de la evaluación en el primer ciclo.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Y CRONOGRAMA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11680" cy="42519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y diseño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 – Jun 28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Entrevistas con 12 líderes de área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3957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Benchmarking vs 3 empresas del sector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0540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Diseño del nuevo modelo de competencias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7124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Validación con RRHH y Dirección General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777240"/>
            <a:ext cx="2011680" cy="4251960"/>
          </a:xfrm>
          <a:prstGeom prst="rect">
            <a:avLst/>
          </a:prstGeom>
          <a:solidFill>
            <a:srgbClr val="F8F8F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77724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777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7772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y ajuste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 – Ago 15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2316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Aplicación piloto en 2 departamentos (60 personas)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23160" y="23957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Capacitación a evaluadores piloto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23160" y="30540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Análisis de resultados y ajustes al modelo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23160" y="37124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Presentación de hallazgos al comité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777240"/>
            <a:ext cx="2011680" cy="4251960"/>
          </a:xfrm>
          <a:prstGeom prst="rect">
            <a:avLst/>
          </a:prstGeom>
          <a:solidFill>
            <a:srgbClr val="F8F8F8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777240"/>
            <a:ext cx="20116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777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7772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masiva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 16 – Sep 30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talleres de 3 horas para líderes (150 personas)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0" y="23957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Lanzamiento de cuestionario de autoevaluación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30540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Activación de comunicación interna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37124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Soporte continuo vía canal dedicado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777240"/>
            <a:ext cx="2011680" cy="4251960"/>
          </a:xfrm>
          <a:prstGeom prst="rect">
            <a:avLst/>
          </a:prstGeom>
          <a:solidFill>
            <a:srgbClr val="F8F8F8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777240"/>
            <a:ext cx="201168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777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7772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ciclo y cierre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 – Nov 28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2084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Primer ciclo de evaluación sistema nuevo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20840" y="23957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Sesiones de calibración por área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20840" y="30540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Vinculación con planes de desarrollo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20840" y="37124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Reporte final y entrega de documentación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Y RESPONSABILIDADES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PeopleFirst Consultores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Industrias Miraval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Carmen Aguirre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Directora del proyecto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Tomás Heredia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senior — diseño de modelo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51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Psic. Ana Barrera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 — capacitación y facilitación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Marco Ríos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— datos y reportes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365760" cy="365760"/>
          </a:xfrm>
          <a:prstGeom prst="ellipse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Gabriela Ponce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600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Directora de RRHH — sponsor ejecutivo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365760" cy="365760"/>
          </a:xfrm>
          <a:prstGeom prst="ellipse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Rafael Domínguez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286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Operaciones — contacto Fase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697480"/>
            <a:ext cx="365760" cy="365760"/>
          </a:xfrm>
          <a:prstGeom prst="ellipse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651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Sofía Uribe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Coordinadora de Capacitación — logística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365760" cy="365760"/>
          </a:xfrm>
          <a:prstGeom prst="ellipse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definir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657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Representante del comité directivo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El representante del comité directivo debe ser confirmado antes del 30 de mayo para incluirlo en la convocatoria de la sesión de arranque.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38"/>
          </a:solidFill>
          <a:ln w="12700">
            <a:solidFill>
              <a:srgbClr val="1A2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Y CONSIDERACIONES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9144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868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líderes en Fase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8 talleres requieren la participación simultánea de 150 líderes durante agosto-septiembre, período que coincide con el cierre de presupuesto anual. Se recomienda confirmar fechas con Dirección General antes del 15 de junio.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9144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8745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cambio del esquema de calificación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24028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nuevo modelo introduce evaluación 360 grados, que algunos líderes de área han cuestionado en entrevistas preliminares. Se propone un módulo específico de gestión del cambio en la Fase 2.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9144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28803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representante directivo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24612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un sponsor ejecutivo claramente identificado por parte de Miraval, las decisiones de calibración y ajuste al modelo pueden dilatarse. Pendiente de resolución antes del kick-off.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91440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86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sistema de nómina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425196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resultados del nuevo sistema deberán vincularse con el módulo de compensación del ERP actual. El área de TI de Miraval debe validar compatibilidad antes de Fase 4.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Y CONDICIONES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inversión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384048"/>
          </a:xfrm>
          <a:prstGeom prst="rect">
            <a:avLst/>
          </a:prstGeom>
          <a:solidFill>
            <a:srgbClr val="F0F7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Diagnóstico y diseño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46120" y="12984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$68,000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Piloto y ajuste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7556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$85,000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023360" cy="384048"/>
          </a:xfrm>
          <a:prstGeom prst="rect">
            <a:avLst/>
          </a:prstGeom>
          <a:solidFill>
            <a:srgbClr val="F0F7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Capacitación masiva (150 personas)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22128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$142,000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— Primer ciclo y cierre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26700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272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del proyecto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31272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$370,000 MXN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incluye IVA. El presupuesto de medios de comunicación interna es responsabilidad de Miraval.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para arrancar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261872"/>
            <a:ext cx="731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6187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may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77840" y="129844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presupuestal por Dirección General de Miraval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883664"/>
            <a:ext cx="731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8836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77840" y="19202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del representante del comité directivo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731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5054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jun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25420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de contrato y acuerdo de confidencialidad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127248"/>
            <a:ext cx="731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272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jun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77840" y="316382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 presencial con equipo RRHH Miraval (3 horas)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749040"/>
            <a:ext cx="731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7490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jun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77840" y="378561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entrevistas con líderes de área — Fase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Trabajo - Evaluación de Desempeño</dc:title>
  <dc:subject>PptxGenJS Presentation</dc:subject>
  <dc:creator>PptxGenJS</dc:creator>
  <cp:lastModifiedBy>PptxGenJS</cp:lastModifiedBy>
  <cp:revision>1</cp:revision>
  <dcterms:created xsi:type="dcterms:W3CDTF">2026-05-25T18:26:24Z</dcterms:created>
  <dcterms:modified xsi:type="dcterms:W3CDTF">2026-05-25T18:26:24Z</dcterms:modified>
</cp:coreProperties>
</file>